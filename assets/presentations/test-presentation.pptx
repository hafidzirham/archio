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BM Plex Serif Bold" charset="1" panose="02060803050406000203"/>
      <p:regular r:id="rId15"/>
    </p:embeddedFont>
    <p:embeddedFont>
      <p:font typeface="Futura Ultra-Bold" charset="1" panose="020B0802020204020204"/>
      <p:regular r:id="rId16"/>
    </p:embeddedFont>
    <p:embeddedFont>
      <p:font typeface="Futura Medium" charset="1" panose="020B0502020204020303"/>
      <p:regular r:id="rId17"/>
    </p:embeddedFont>
    <p:embeddedFont>
      <p:font typeface="Futura Bold" charset="1" panose="020B0702020204020203"/>
      <p:regular r:id="rId18"/>
    </p:embeddedFont>
    <p:embeddedFont>
      <p:font typeface="Poppins" charset="1" panose="00000500000000000000"/>
      <p:regular r:id="rId19"/>
    </p:embeddedFont>
    <p:embeddedFont>
      <p:font typeface="Futura" charset="1" panose="020B05020202040203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46433" y="-8678050"/>
            <a:ext cx="20770505" cy="31175242"/>
          </a:xfrm>
          <a:custGeom>
            <a:avLst/>
            <a:gdLst/>
            <a:ahLst/>
            <a:cxnLst/>
            <a:rect r="r" b="b" t="t" l="l"/>
            <a:pathLst>
              <a:path h="31175242" w="20770505">
                <a:moveTo>
                  <a:pt x="0" y="0"/>
                </a:moveTo>
                <a:lnTo>
                  <a:pt x="20770505" y="0"/>
                </a:lnTo>
                <a:lnTo>
                  <a:pt x="20770505" y="31175242"/>
                </a:lnTo>
                <a:lnTo>
                  <a:pt x="0" y="3117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2525816" cy="699867"/>
            <a:chOff x="0" y="0"/>
            <a:chExt cx="3367754" cy="93315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860353" y="76200"/>
              <a:ext cx="2507401" cy="856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31"/>
                </a:lnSpc>
              </a:pPr>
              <a:r>
                <a:rPr lang="en-US" b="true" sz="2701" spc="-162">
                  <a:solidFill>
                    <a:srgbClr val="FFFFFF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Muled Productions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97068"/>
              <a:ext cx="739022" cy="739022"/>
            </a:xfrm>
            <a:custGeom>
              <a:avLst/>
              <a:gdLst/>
              <a:ahLst/>
              <a:cxnLst/>
              <a:rect r="r" b="b" t="t" l="l"/>
              <a:pathLst>
                <a:path h="739022" w="739022">
                  <a:moveTo>
                    <a:pt x="0" y="0"/>
                  </a:moveTo>
                  <a:lnTo>
                    <a:pt x="739022" y="0"/>
                  </a:lnTo>
                  <a:lnTo>
                    <a:pt x="739022" y="739021"/>
                  </a:lnTo>
                  <a:lnTo>
                    <a:pt x="0" y="73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2252" y="5643120"/>
            <a:ext cx="12943496" cy="4429301"/>
            <a:chOff x="0" y="0"/>
            <a:chExt cx="17257995" cy="590573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7257995" cy="5305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999"/>
                </a:lnSpc>
              </a:pPr>
              <a:r>
                <a:rPr lang="en-US" b="true" sz="11999" spc="-539">
                  <a:solidFill>
                    <a:srgbClr val="FFFFFF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THE</a:t>
              </a:r>
            </a:p>
            <a:p>
              <a:pPr algn="ctr" marL="0" indent="0" lvl="0">
                <a:lnSpc>
                  <a:spcPts val="16514"/>
                </a:lnSpc>
              </a:pPr>
              <a:r>
                <a:rPr lang="en-US" b="true" sz="16514" spc="-743">
                  <a:solidFill>
                    <a:srgbClr val="FFFFFF"/>
                  </a:solidFill>
                  <a:latin typeface="Futura Ultra-Bold"/>
                  <a:ea typeface="Futura Ultra-Bold"/>
                  <a:cs typeface="Futura Ultra-Bold"/>
                  <a:sym typeface="Futura Ultra-Bold"/>
                </a:rPr>
                <a:t>MULED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172310"/>
              <a:ext cx="17257995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b="true" sz="3000" spc="450">
                  <a:solidFill>
                    <a:srgbClr val="FFFFFF"/>
                  </a:solidFill>
                  <a:latin typeface="Futura Medium"/>
                  <a:ea typeface="Futura Medium"/>
                  <a:cs typeface="Futura Medium"/>
                  <a:sym typeface="Futura Medium"/>
                </a:rPr>
                <a:t>PRESENT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24131" y="3673655"/>
            <a:ext cx="8028478" cy="6839330"/>
            <a:chOff x="0" y="0"/>
            <a:chExt cx="10704637" cy="911910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0895" t="0" r="10895" b="0"/>
            <a:stretch>
              <a:fillRect/>
            </a:stretch>
          </p:blipFill>
          <p:spPr>
            <a:xfrm flipH="false" flipV="false">
              <a:off x="0" y="0"/>
              <a:ext cx="10704637" cy="9119107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1046100" y="0"/>
            <a:ext cx="7516021" cy="4581067"/>
            <a:chOff x="0" y="0"/>
            <a:chExt cx="10021361" cy="6108089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4258" r="0" b="4258"/>
            <a:stretch>
              <a:fillRect/>
            </a:stretch>
          </p:blipFill>
          <p:spPr>
            <a:xfrm flipH="false" flipV="false">
              <a:off x="0" y="0"/>
              <a:ext cx="10021361" cy="6108089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1428750" y="839134"/>
            <a:ext cx="6151377" cy="2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AGENDA</a:t>
            </a:r>
          </a:p>
          <a:p>
            <a:pPr algn="l" marL="0" indent="0" lvl="0">
              <a:lnSpc>
                <a:spcPts val="8000"/>
              </a:lnSpc>
            </a:pPr>
            <a:r>
              <a:rPr lang="en-US" b="true" sz="80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MULED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8750" y="3918256"/>
            <a:ext cx="5150768" cy="5948983"/>
            <a:chOff x="0" y="0"/>
            <a:chExt cx="6867691" cy="793197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867691" cy="1219317"/>
              <a:chOff x="0" y="0"/>
              <a:chExt cx="2289010" cy="406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78165"/>
              <a:ext cx="6867691" cy="1219317"/>
              <a:chOff x="0" y="0"/>
              <a:chExt cx="2289010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3356330"/>
              <a:ext cx="6867691" cy="1219317"/>
              <a:chOff x="0" y="0"/>
              <a:chExt cx="2289010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416655" y="369796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37880" y="2047961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37880" y="3726126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1581217" y="1982389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Video Profile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581217" y="3660553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IF M</a:t>
              </a:r>
              <a:r>
                <a:rPr lang="en-US" sz="2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agz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5034495"/>
              <a:ext cx="6867691" cy="1219317"/>
              <a:chOff x="0" y="0"/>
              <a:chExt cx="2289010" cy="406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6712660"/>
              <a:ext cx="6867691" cy="1219317"/>
              <a:chOff x="0" y="0"/>
              <a:chExt cx="2289010" cy="4064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537880" y="5404291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37880" y="7082456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4"/>
                  </a:lnTo>
                  <a:lnTo>
                    <a:pt x="0" y="47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 rot="0">
              <a:off x="1581217" y="5338718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Recap Proker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581217" y="7016883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Foto</a:t>
              </a:r>
              <a:r>
                <a:rPr lang="en-US" sz="2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Wisuda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62125" y="214616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Rilis Pengurus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906443" y="858184"/>
            <a:ext cx="5237594" cy="9009055"/>
            <a:chOff x="0" y="0"/>
            <a:chExt cx="6983459" cy="12012073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983459" cy="2162530"/>
              <a:chOff x="0" y="0"/>
              <a:chExt cx="2327596" cy="72077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327596" cy="720774"/>
              </a:xfrm>
              <a:custGeom>
                <a:avLst/>
                <a:gdLst/>
                <a:ahLst/>
                <a:cxnLst/>
                <a:rect r="r" b="b" t="t" l="l"/>
                <a:pathLst>
                  <a:path h="720774" w="2327596">
                    <a:moveTo>
                      <a:pt x="2124396" y="0"/>
                    </a:moveTo>
                    <a:cubicBezTo>
                      <a:pt x="2236620" y="0"/>
                      <a:pt x="2327596" y="161351"/>
                      <a:pt x="2327596" y="360387"/>
                    </a:cubicBezTo>
                    <a:cubicBezTo>
                      <a:pt x="2327596" y="559423"/>
                      <a:pt x="2236620" y="720774"/>
                      <a:pt x="2124396" y="720774"/>
                    </a:cubicBezTo>
                    <a:lnTo>
                      <a:pt x="203200" y="720774"/>
                    </a:lnTo>
                    <a:cubicBezTo>
                      <a:pt x="90976" y="720774"/>
                      <a:pt x="0" y="559423"/>
                      <a:pt x="0" y="360387"/>
                    </a:cubicBezTo>
                    <a:cubicBezTo>
                      <a:pt x="0" y="161351"/>
                      <a:pt x="90976" y="0"/>
                      <a:pt x="203200" y="0"/>
                    </a:cubicBezTo>
                    <a:lnTo>
                      <a:pt x="2124396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2327596" cy="777924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419316" y="369796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1364786" y="214616"/>
              <a:ext cx="4748594" cy="166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Desain IF-Pedia  (IF-Think, IF-Tips  &amp; Tricks, IF-Knows)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0" y="2455928"/>
              <a:ext cx="6867691" cy="1219317"/>
              <a:chOff x="0" y="0"/>
              <a:chExt cx="2289010" cy="4064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537880" y="2825725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4"/>
                  </a:lnTo>
                  <a:lnTo>
                    <a:pt x="0" y="47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1581217" y="2760152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Bull</a:t>
              </a:r>
              <a:r>
                <a:rPr lang="en-US" sz="2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etin Board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0" y="4134093"/>
              <a:ext cx="6867691" cy="1219317"/>
              <a:chOff x="0" y="0"/>
              <a:chExt cx="2289010" cy="406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0" y="5812258"/>
              <a:ext cx="6867691" cy="1219317"/>
              <a:chOff x="0" y="0"/>
              <a:chExt cx="2289010" cy="4064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0" id="50"/>
            <p:cNvSpPr/>
            <p:nvPr/>
          </p:nvSpPr>
          <p:spPr>
            <a:xfrm flipH="false" flipV="false" rot="0">
              <a:off x="537880" y="4503890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4"/>
                  </a:lnTo>
                  <a:lnTo>
                    <a:pt x="0" y="47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537880" y="6182054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 rot="0">
              <a:off x="1581217" y="4438317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Apresiasi KM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581217" y="6116482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Ucap</a:t>
              </a:r>
              <a:r>
                <a:rPr lang="en-US" sz="2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 Hari Besar </a:t>
              </a:r>
            </a:p>
          </p:txBody>
        </p:sp>
        <p:grpSp>
          <p:nvGrpSpPr>
            <p:cNvPr name="Group 54" id="54"/>
            <p:cNvGrpSpPr/>
            <p:nvPr/>
          </p:nvGrpSpPr>
          <p:grpSpPr>
            <a:xfrm rot="0">
              <a:off x="0" y="7436426"/>
              <a:ext cx="6867691" cy="1219317"/>
              <a:chOff x="0" y="0"/>
              <a:chExt cx="2289010" cy="4064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0" y="9114591"/>
              <a:ext cx="6867691" cy="1219317"/>
              <a:chOff x="0" y="0"/>
              <a:chExt cx="2289010" cy="4064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10792756"/>
              <a:ext cx="6867691" cy="1219317"/>
              <a:chOff x="0" y="0"/>
              <a:chExt cx="2289010" cy="4064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3" id="63"/>
            <p:cNvSpPr/>
            <p:nvPr/>
          </p:nvSpPr>
          <p:spPr>
            <a:xfrm flipH="false" flipV="false" rot="0">
              <a:off x="416655" y="7806222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537880" y="9484387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537880" y="11162552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 rot="0">
              <a:off x="1364786" y="9418814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Laporan Kegiatan</a:t>
              </a: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1581217" y="11096979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Kont</a:t>
              </a:r>
              <a:r>
                <a:rPr lang="en-US" sz="2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 Tiktok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1364786" y="7740650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Logo Highlight Story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544087" y="858184"/>
            <a:ext cx="5150768" cy="7928821"/>
            <a:chOff x="0" y="0"/>
            <a:chExt cx="6867691" cy="10571761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867691" cy="1382545"/>
              <a:chOff x="0" y="0"/>
              <a:chExt cx="2289010" cy="460804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289010" cy="460804"/>
              </a:xfrm>
              <a:custGeom>
                <a:avLst/>
                <a:gdLst/>
                <a:ahLst/>
                <a:cxnLst/>
                <a:rect r="r" b="b" t="t" l="l"/>
                <a:pathLst>
                  <a:path h="460804" w="2289010">
                    <a:moveTo>
                      <a:pt x="2085810" y="0"/>
                    </a:moveTo>
                    <a:cubicBezTo>
                      <a:pt x="2198034" y="0"/>
                      <a:pt x="2289010" y="103155"/>
                      <a:pt x="2289010" y="230402"/>
                    </a:cubicBezTo>
                    <a:cubicBezTo>
                      <a:pt x="2289010" y="357650"/>
                      <a:pt x="2198034" y="460804"/>
                      <a:pt x="2085810" y="460804"/>
                    </a:cubicBezTo>
                    <a:lnTo>
                      <a:pt x="203200" y="460804"/>
                    </a:lnTo>
                    <a:cubicBezTo>
                      <a:pt x="90976" y="460804"/>
                      <a:pt x="0" y="357650"/>
                      <a:pt x="0" y="230402"/>
                    </a:cubicBezTo>
                    <a:cubicBezTo>
                      <a:pt x="0" y="103155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57150"/>
                <a:ext cx="2289010" cy="517954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0" y="1678165"/>
              <a:ext cx="6867691" cy="1219317"/>
              <a:chOff x="0" y="0"/>
              <a:chExt cx="2289010" cy="4064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0" y="3356330"/>
              <a:ext cx="6867691" cy="1219317"/>
              <a:chOff x="0" y="0"/>
              <a:chExt cx="2289010" cy="4064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9" id="79"/>
            <p:cNvSpPr/>
            <p:nvPr/>
          </p:nvSpPr>
          <p:spPr>
            <a:xfrm flipH="false" flipV="false" rot="0">
              <a:off x="416655" y="369796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537880" y="2047961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537880" y="3726126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 rot="0">
              <a:off x="1581217" y="1982389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Logo Animasi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1581217" y="3660553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Himatifa M</a:t>
              </a:r>
              <a:r>
                <a:rPr lang="en-US" sz="2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encari </a:t>
              </a:r>
            </a:p>
          </p:txBody>
        </p:sp>
        <p:grpSp>
          <p:nvGrpSpPr>
            <p:cNvPr name="Group 84" id="84"/>
            <p:cNvGrpSpPr/>
            <p:nvPr/>
          </p:nvGrpSpPr>
          <p:grpSpPr>
            <a:xfrm rot="0">
              <a:off x="0" y="5034495"/>
              <a:ext cx="6867691" cy="2372133"/>
              <a:chOff x="0" y="0"/>
              <a:chExt cx="2289010" cy="790635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2289010" cy="790635"/>
              </a:xfrm>
              <a:custGeom>
                <a:avLst/>
                <a:gdLst/>
                <a:ahLst/>
                <a:cxnLst/>
                <a:rect r="r" b="b" t="t" l="l"/>
                <a:pathLst>
                  <a:path h="790635" w="2289010">
                    <a:moveTo>
                      <a:pt x="2085810" y="0"/>
                    </a:moveTo>
                    <a:cubicBezTo>
                      <a:pt x="2198034" y="0"/>
                      <a:pt x="2289010" y="176990"/>
                      <a:pt x="2289010" y="395318"/>
                    </a:cubicBezTo>
                    <a:cubicBezTo>
                      <a:pt x="2289010" y="613645"/>
                      <a:pt x="2198034" y="790635"/>
                      <a:pt x="2085810" y="790635"/>
                    </a:cubicBezTo>
                    <a:lnTo>
                      <a:pt x="203200" y="790635"/>
                    </a:lnTo>
                    <a:cubicBezTo>
                      <a:pt x="90976" y="790635"/>
                      <a:pt x="0" y="613645"/>
                      <a:pt x="0" y="395318"/>
                    </a:cubicBezTo>
                    <a:cubicBezTo>
                      <a:pt x="0" y="176990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57150"/>
                <a:ext cx="2289010" cy="847785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7" id="87"/>
            <p:cNvSpPr/>
            <p:nvPr/>
          </p:nvSpPr>
          <p:spPr>
            <a:xfrm flipH="false" flipV="false" rot="0">
              <a:off x="537880" y="5404291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 rot="0">
              <a:off x="1581217" y="5338718"/>
              <a:ext cx="4748594" cy="166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Request poster dri departemen yg membutuhkan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1362125" y="214616"/>
              <a:ext cx="4748594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Teaser &amp; After Movie Proker</a:t>
              </a:r>
            </a:p>
          </p:txBody>
        </p:sp>
        <p:grpSp>
          <p:nvGrpSpPr>
            <p:cNvPr name="Group 90" id="90"/>
            <p:cNvGrpSpPr/>
            <p:nvPr/>
          </p:nvGrpSpPr>
          <p:grpSpPr>
            <a:xfrm rot="0">
              <a:off x="0" y="7777527"/>
              <a:ext cx="6867691" cy="1219317"/>
              <a:chOff x="0" y="0"/>
              <a:chExt cx="2289010" cy="40640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3" id="93"/>
            <p:cNvSpPr/>
            <p:nvPr/>
          </p:nvSpPr>
          <p:spPr>
            <a:xfrm flipH="false" flipV="false" rot="0">
              <a:off x="537880" y="8147323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 rot="0">
              <a:off x="1581217" y="8081750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Media P</a:t>
              </a:r>
              <a:r>
                <a:rPr lang="en-US" sz="2400" strike="noStrike" u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artner</a:t>
              </a:r>
            </a:p>
          </p:txBody>
        </p:sp>
        <p:grpSp>
          <p:nvGrpSpPr>
            <p:cNvPr name="Group 95" id="95"/>
            <p:cNvGrpSpPr/>
            <p:nvPr/>
          </p:nvGrpSpPr>
          <p:grpSpPr>
            <a:xfrm rot="0">
              <a:off x="0" y="9352444"/>
              <a:ext cx="6867691" cy="1219317"/>
              <a:chOff x="0" y="0"/>
              <a:chExt cx="2289010" cy="40640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22890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89010">
                    <a:moveTo>
                      <a:pt x="2085810" y="0"/>
                    </a:moveTo>
                    <a:cubicBezTo>
                      <a:pt x="2198034" y="0"/>
                      <a:pt x="2289010" y="90976"/>
                      <a:pt x="2289010" y="203200"/>
                    </a:cubicBezTo>
                    <a:cubicBezTo>
                      <a:pt x="2289010" y="315424"/>
                      <a:pt x="2198034" y="406400"/>
                      <a:pt x="20858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2085810" y="0"/>
                    </a:lnTo>
                    <a:close/>
                  </a:path>
                </a:pathLst>
              </a:custGeom>
              <a:solidFill>
                <a:srgbClr val="8D949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57150"/>
                <a:ext cx="2289010" cy="463550"/>
              </a:xfrm>
              <a:prstGeom prst="rect">
                <a:avLst/>
              </a:prstGeom>
            </p:spPr>
            <p:txBody>
              <a:bodyPr anchor="ctr" rtlCol="false" tIns="31397" lIns="31397" bIns="31397" rIns="31397"/>
              <a:lstStyle/>
              <a:p>
                <a:pPr algn="l" marL="0" indent="0" lvl="0">
                  <a:lnSpc>
                    <a:spcPts val="30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8" id="98"/>
            <p:cNvSpPr/>
            <p:nvPr/>
          </p:nvSpPr>
          <p:spPr>
            <a:xfrm flipH="false" flipV="false" rot="0">
              <a:off x="537880" y="9722240"/>
              <a:ext cx="505457" cy="479724"/>
            </a:xfrm>
            <a:custGeom>
              <a:avLst/>
              <a:gdLst/>
              <a:ahLst/>
              <a:cxnLst/>
              <a:rect r="r" b="b" t="t" l="l"/>
              <a:pathLst>
                <a:path h="479724" w="505457">
                  <a:moveTo>
                    <a:pt x="0" y="0"/>
                  </a:moveTo>
                  <a:lnTo>
                    <a:pt x="505457" y="0"/>
                  </a:lnTo>
                  <a:lnTo>
                    <a:pt x="505457" y="479725"/>
                  </a:lnTo>
                  <a:lnTo>
                    <a:pt x="0" y="47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 rot="0">
              <a:off x="1581217" y="9656668"/>
              <a:ext cx="4748594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PDD 101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066" y="-829312"/>
            <a:ext cx="20333066" cy="11116312"/>
            <a:chOff x="0" y="0"/>
            <a:chExt cx="27110754" cy="148217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40000"/>
            </a:blip>
            <a:srcRect l="19806" t="50446" r="19806" b="0"/>
            <a:stretch>
              <a:fillRect/>
            </a:stretch>
          </p:blipFill>
          <p:spPr>
            <a:xfrm flipH="false" flipV="false">
              <a:off x="0" y="0"/>
              <a:ext cx="27110754" cy="1482175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1424437" y="3067050"/>
            <a:ext cx="6697030" cy="390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b="true" sz="120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PIDIDI 101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1467" y="3796750"/>
            <a:ext cx="11411262" cy="251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4643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LPJ DONE</a:t>
            </a:r>
          </a:p>
          <a:p>
            <a:pPr algn="l">
              <a:lnSpc>
                <a:spcPts val="6500"/>
              </a:lnSpc>
            </a:pPr>
            <a:r>
              <a:rPr lang="en-US" sz="4643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SIDANG DONE</a:t>
            </a:r>
          </a:p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4643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SERTIFIKAT PROGRESS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23812" y="-628650"/>
            <a:ext cx="20813436" cy="13008398"/>
          </a:xfrm>
          <a:custGeom>
            <a:avLst/>
            <a:gdLst/>
            <a:ahLst/>
            <a:cxnLst/>
            <a:rect r="r" b="b" t="t" l="l"/>
            <a:pathLst>
              <a:path h="13008398" w="20813436">
                <a:moveTo>
                  <a:pt x="0" y="0"/>
                </a:moveTo>
                <a:lnTo>
                  <a:pt x="20813436" y="0"/>
                </a:lnTo>
                <a:lnTo>
                  <a:pt x="20813436" y="13008398"/>
                </a:lnTo>
                <a:lnTo>
                  <a:pt x="0" y="13008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857500"/>
            <a:ext cx="5759390" cy="2889659"/>
          </a:xfrm>
          <a:custGeom>
            <a:avLst/>
            <a:gdLst/>
            <a:ahLst/>
            <a:cxnLst/>
            <a:rect r="r" b="b" t="t" l="l"/>
            <a:pathLst>
              <a:path h="2889659" w="5759390">
                <a:moveTo>
                  <a:pt x="0" y="0"/>
                </a:moveTo>
                <a:lnTo>
                  <a:pt x="5759390" y="0"/>
                </a:lnTo>
                <a:lnTo>
                  <a:pt x="5759390" y="2889659"/>
                </a:lnTo>
                <a:lnTo>
                  <a:pt x="0" y="2889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20443" y="6190106"/>
            <a:ext cx="6285536" cy="3068194"/>
          </a:xfrm>
          <a:custGeom>
            <a:avLst/>
            <a:gdLst/>
            <a:ahLst/>
            <a:cxnLst/>
            <a:rect r="r" b="b" t="t" l="l"/>
            <a:pathLst>
              <a:path h="3068194" w="6285536">
                <a:moveTo>
                  <a:pt x="0" y="0"/>
                </a:moveTo>
                <a:lnTo>
                  <a:pt x="6285536" y="0"/>
                </a:lnTo>
                <a:lnTo>
                  <a:pt x="6285536" y="3068194"/>
                </a:lnTo>
                <a:lnTo>
                  <a:pt x="0" y="3068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26926" y="2857500"/>
            <a:ext cx="6285536" cy="2889659"/>
          </a:xfrm>
          <a:custGeom>
            <a:avLst/>
            <a:gdLst/>
            <a:ahLst/>
            <a:cxnLst/>
            <a:rect r="r" b="b" t="t" l="l"/>
            <a:pathLst>
              <a:path h="2889659" w="6285536">
                <a:moveTo>
                  <a:pt x="0" y="0"/>
                </a:moveTo>
                <a:lnTo>
                  <a:pt x="6285536" y="0"/>
                </a:lnTo>
                <a:lnTo>
                  <a:pt x="6285536" y="2889659"/>
                </a:lnTo>
                <a:lnTo>
                  <a:pt x="0" y="2889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7911" y="781050"/>
            <a:ext cx="8115300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b="true" sz="120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MEDPART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79" y="-1091370"/>
            <a:ext cx="18733883" cy="12469741"/>
          </a:xfrm>
          <a:custGeom>
            <a:avLst/>
            <a:gdLst/>
            <a:ahLst/>
            <a:cxnLst/>
            <a:rect r="r" b="b" t="t" l="l"/>
            <a:pathLst>
              <a:path h="12469741" w="18733883">
                <a:moveTo>
                  <a:pt x="0" y="0"/>
                </a:moveTo>
                <a:lnTo>
                  <a:pt x="18733883" y="0"/>
                </a:lnTo>
                <a:lnTo>
                  <a:pt x="18733883" y="12469740"/>
                </a:lnTo>
                <a:lnTo>
                  <a:pt x="0" y="12469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997942"/>
            <a:ext cx="16664525" cy="4291115"/>
          </a:xfrm>
          <a:custGeom>
            <a:avLst/>
            <a:gdLst/>
            <a:ahLst/>
            <a:cxnLst/>
            <a:rect r="r" b="b" t="t" l="l"/>
            <a:pathLst>
              <a:path h="4291115" w="16664525">
                <a:moveTo>
                  <a:pt x="0" y="0"/>
                </a:moveTo>
                <a:lnTo>
                  <a:pt x="16664525" y="0"/>
                </a:lnTo>
                <a:lnTo>
                  <a:pt x="16664525" y="4291116"/>
                </a:lnTo>
                <a:lnTo>
                  <a:pt x="0" y="4291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84253" y="7877175"/>
            <a:ext cx="611949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90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HARI BESAR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804855" cy="11140231"/>
          </a:xfrm>
          <a:custGeom>
            <a:avLst/>
            <a:gdLst/>
            <a:ahLst/>
            <a:cxnLst/>
            <a:rect r="r" b="b" t="t" l="l"/>
            <a:pathLst>
              <a:path h="11140231" w="19804855">
                <a:moveTo>
                  <a:pt x="0" y="0"/>
                </a:moveTo>
                <a:lnTo>
                  <a:pt x="19804855" y="0"/>
                </a:lnTo>
                <a:lnTo>
                  <a:pt x="19804855" y="11140231"/>
                </a:lnTo>
                <a:lnTo>
                  <a:pt x="0" y="11140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1831" y="4627887"/>
            <a:ext cx="16844338" cy="2210819"/>
          </a:xfrm>
          <a:custGeom>
            <a:avLst/>
            <a:gdLst/>
            <a:ahLst/>
            <a:cxnLst/>
            <a:rect r="r" b="b" t="t" l="l"/>
            <a:pathLst>
              <a:path h="2210819" w="16844338">
                <a:moveTo>
                  <a:pt x="0" y="0"/>
                </a:moveTo>
                <a:lnTo>
                  <a:pt x="16844338" y="0"/>
                </a:lnTo>
                <a:lnTo>
                  <a:pt x="16844338" y="2210820"/>
                </a:lnTo>
                <a:lnTo>
                  <a:pt x="0" y="2210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8951471" cy="2962275"/>
            <a:chOff x="0" y="0"/>
            <a:chExt cx="11935294" cy="394970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935294" cy="336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</a:pPr>
              <a:r>
                <a:rPr lang="en-US" b="true" sz="9000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LAPORAN KEGIATAN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238500"/>
              <a:ext cx="11935294" cy="711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93849" y="-653898"/>
            <a:ext cx="25228066" cy="18020047"/>
          </a:xfrm>
          <a:custGeom>
            <a:avLst/>
            <a:gdLst/>
            <a:ahLst/>
            <a:cxnLst/>
            <a:rect r="r" b="b" t="t" l="l"/>
            <a:pathLst>
              <a:path h="18020047" w="25228066">
                <a:moveTo>
                  <a:pt x="0" y="0"/>
                </a:moveTo>
                <a:lnTo>
                  <a:pt x="25228066" y="0"/>
                </a:lnTo>
                <a:lnTo>
                  <a:pt x="25228066" y="18020047"/>
                </a:lnTo>
                <a:lnTo>
                  <a:pt x="0" y="18020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841154"/>
            <a:ext cx="12821689" cy="2604692"/>
          </a:xfrm>
          <a:custGeom>
            <a:avLst/>
            <a:gdLst/>
            <a:ahLst/>
            <a:cxnLst/>
            <a:rect r="r" b="b" t="t" l="l"/>
            <a:pathLst>
              <a:path h="2604692" w="12821689">
                <a:moveTo>
                  <a:pt x="0" y="0"/>
                </a:moveTo>
                <a:lnTo>
                  <a:pt x="12821689" y="0"/>
                </a:lnTo>
                <a:lnTo>
                  <a:pt x="12821689" y="2604692"/>
                </a:lnTo>
                <a:lnTo>
                  <a:pt x="0" y="2604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623512"/>
            <a:ext cx="12821689" cy="2687833"/>
          </a:xfrm>
          <a:custGeom>
            <a:avLst/>
            <a:gdLst/>
            <a:ahLst/>
            <a:cxnLst/>
            <a:rect r="r" b="b" t="t" l="l"/>
            <a:pathLst>
              <a:path h="2687833" w="12821689">
                <a:moveTo>
                  <a:pt x="0" y="0"/>
                </a:moveTo>
                <a:lnTo>
                  <a:pt x="12821689" y="0"/>
                </a:lnTo>
                <a:lnTo>
                  <a:pt x="12821689" y="2687832"/>
                </a:lnTo>
                <a:lnTo>
                  <a:pt x="0" y="268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8951471" cy="2962275"/>
            <a:chOff x="0" y="0"/>
            <a:chExt cx="11935294" cy="39497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1935294" cy="336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</a:pPr>
              <a:r>
                <a:rPr lang="en-US" b="true" sz="9000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HIMATIFA MENCARI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238500"/>
              <a:ext cx="11935294" cy="711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5633"/>
            <a:ext cx="19252688" cy="10832846"/>
          </a:xfrm>
          <a:custGeom>
            <a:avLst/>
            <a:gdLst/>
            <a:ahLst/>
            <a:cxnLst/>
            <a:rect r="r" b="b" t="t" l="l"/>
            <a:pathLst>
              <a:path h="10832846" w="19252688">
                <a:moveTo>
                  <a:pt x="0" y="0"/>
                </a:moveTo>
                <a:lnTo>
                  <a:pt x="19252688" y="0"/>
                </a:lnTo>
                <a:lnTo>
                  <a:pt x="19252688" y="10832846"/>
                </a:lnTo>
                <a:lnTo>
                  <a:pt x="0" y="10832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181296"/>
            <a:ext cx="16230600" cy="3667317"/>
          </a:xfrm>
          <a:custGeom>
            <a:avLst/>
            <a:gdLst/>
            <a:ahLst/>
            <a:cxnLst/>
            <a:rect r="r" b="b" t="t" l="l"/>
            <a:pathLst>
              <a:path h="3667317" w="16230600">
                <a:moveTo>
                  <a:pt x="0" y="0"/>
                </a:moveTo>
                <a:lnTo>
                  <a:pt x="16230600" y="0"/>
                </a:lnTo>
                <a:lnTo>
                  <a:pt x="16230600" y="3667317"/>
                </a:lnTo>
                <a:lnTo>
                  <a:pt x="0" y="3667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8951471" cy="1819275"/>
            <a:chOff x="0" y="0"/>
            <a:chExt cx="11935294" cy="242570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935294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</a:pPr>
              <a:r>
                <a:rPr lang="en-US" b="true" sz="9000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IF PEDIA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0"/>
              <a:ext cx="11935294" cy="711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14316" y="-2006368"/>
            <a:ext cx="28342486" cy="22529336"/>
            <a:chOff x="0" y="0"/>
            <a:chExt cx="37789981" cy="3003911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81000"/>
            </a:blip>
            <a:srcRect l="14705" t="0" r="14705" b="0"/>
            <a:stretch>
              <a:fillRect/>
            </a:stretch>
          </p:blipFill>
          <p:spPr>
            <a:xfrm flipH="false" flipV="false">
              <a:off x="0" y="0"/>
              <a:ext cx="37789981" cy="30039115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5293552" y="4106797"/>
            <a:ext cx="8951471" cy="2073406"/>
            <a:chOff x="0" y="0"/>
            <a:chExt cx="11935294" cy="276454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31116"/>
              <a:ext cx="11935294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0"/>
              <a:ext cx="11935294" cy="178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b="true" sz="8799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RILIS PENGURUS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DAGxQz1wVfw</dc:identifier>
  <dcterms:modified xsi:type="dcterms:W3CDTF">2011-08-01T06:04:30Z</dcterms:modified>
  <cp:revision>1</cp:revision>
  <dc:title>The muled</dc:title>
</cp:coreProperties>
</file>